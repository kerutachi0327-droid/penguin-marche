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2-1.jpg" ContentType="image/jpg"/>
  <Override PartName="/ppt/media/image-2-2.jpg" ContentType="image/jpg"/>
  <Override PartName="/ppt/media/image-2-3.jpg" ContentType="image/jpg"/>
  <Override PartName="/ppt/media/image-2-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optimistic-awesome-mccarthy/mnt/【ペンギン】プロジェクト/images/チラシ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1E3A5F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507492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2"/>
          <p:cNvSpPr/>
          <p:nvPr/>
        </p:nvSpPr>
        <p:spPr>
          <a:xfrm>
            <a:off x="411480" y="274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🐧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ペンギンマルシェ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1682496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会場 案内マップ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65760" y="2249424"/>
            <a:ext cx="82296" cy="82296"/>
          </a:xfrm>
          <a:prstGeom prst="ellipse">
            <a:avLst/>
          </a:prstGeom>
          <a:solidFill>
            <a:srgbClr val="F4A94E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249424"/>
            <a:ext cx="82296" cy="82296"/>
          </a:xfrm>
          <a:prstGeom prst="ellipse">
            <a:avLst/>
          </a:prstGeom>
          <a:solidFill>
            <a:srgbClr val="F4A94E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249424"/>
            <a:ext cx="82296" cy="82296"/>
          </a:xfrm>
          <a:prstGeom prst="ellipse">
            <a:avLst/>
          </a:prstGeom>
          <a:solidFill>
            <a:srgbClr val="F4A94E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2249424"/>
            <a:ext cx="82296" cy="82296"/>
          </a:xfrm>
          <a:prstGeom prst="ellipse">
            <a:avLst/>
          </a:prstGeom>
          <a:solidFill>
            <a:srgbClr val="F4A94E"/>
          </a:solidFill>
          <a:ln/>
        </p:spPr>
      </p:sp>
      <p:sp>
        <p:nvSpPr>
          <p:cNvPr id="12" name="Shape 9"/>
          <p:cNvSpPr/>
          <p:nvPr/>
        </p:nvSpPr>
        <p:spPr>
          <a:xfrm>
            <a:off x="1097280" y="2249424"/>
            <a:ext cx="82296" cy="82296"/>
          </a:xfrm>
          <a:prstGeom prst="ellipse">
            <a:avLst/>
          </a:prstGeom>
          <a:solidFill>
            <a:srgbClr val="F4A94E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45059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2026年7月26日（日）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5760" y="285292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〜 17:30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5760" y="321868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足立区勤労福祉会館 展示ロビー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綾瀬駅 徒歩4分　TEL: 03-3838-3581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4187952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F4A94E"/>
          </a:solidFill>
          <a:ln w="6350">
            <a:solidFill>
              <a:srgbClr val="F4A9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1879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出店者 10名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optimistic-awesome-mccarthy/mnt/【ペンギン】プロジェクト/images/アクセス/lobby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9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足立区勤労福祉会館　展示ロビー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133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東京都足立区千住 2-3　綾瀬駅（東京メトロ千代田線）西口より徒歩4〜5分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57276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A2540">
              <a:alpha val="80000"/>
            </a:srgbClr>
          </a:solidFill>
          <a:ln w="12700">
            <a:solidFill>
              <a:srgbClr val="7AB8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5727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広さ 94㎡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48840" y="157276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A2540">
              <a:alpha val="80000"/>
            </a:srgbClr>
          </a:solidFill>
          <a:ln w="12700">
            <a:solidFill>
              <a:srgbClr val="7AB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48840" y="15727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営利目的可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0" y="157276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A2540">
              <a:alpha val="80000"/>
            </a:srgbClr>
          </a:solidFill>
          <a:ln w="12700">
            <a:solidFill>
              <a:srgbClr val="7AB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15727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飲食可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32120" y="157276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A2540">
              <a:alpha val="80000"/>
            </a:srgbClr>
          </a:solidFill>
          <a:ln w="12700">
            <a:solidFill>
              <a:srgbClr val="7AB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2120" y="15727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Wi-Fi完備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223760" y="157276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A2540">
              <a:alpha val="80000"/>
            </a:srgbClr>
          </a:solidFill>
          <a:ln w="12700">
            <a:solidFill>
              <a:srgbClr val="7AB8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15727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音響・プロジェクター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92024" y="3086100"/>
            <a:ext cx="288036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1" descr="/sessions/optimistic-awesome-mccarthy/mnt/【ペンギン】プロジェクト/images/アクセス/lobby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" y="3122676"/>
            <a:ext cx="2807208" cy="18745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131820" y="3086100"/>
            <a:ext cx="288036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2" descr="/sessions/optimistic-awesome-mccarthy/mnt/【ペンギン】プロジェクト/images/アクセス/lobby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68396" y="3122676"/>
            <a:ext cx="2807208" cy="18745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071616" y="3086100"/>
            <a:ext cx="288036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/sessions/optimistic-awesome-mccarthy/mnt/【ペンギン】プロジェクト/images/アクセス/lobby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08192" y="3122676"/>
            <a:ext cx="2807208" cy="18745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27752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展示ロビー内観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ペンギンマルシェ　会場マップ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74320" y="4206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足立区勤労福祉会館 展示ロビー（94㎡ / 14.9m×6.3m）　2026年7月26日（日）11:00〜17:30　縮尺1:207　2mグリッド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6583680" cy="2783704"/>
          </a:xfrm>
          <a:prstGeom prst="rect">
            <a:avLst/>
          </a:prstGeom>
          <a:solidFill>
            <a:srgbClr val="E8F2FB"/>
          </a:solidFill>
          <a:ln w="31750">
            <a:solidFill>
              <a:srgbClr val="3D7F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5249" y="3485963"/>
            <a:ext cx="2960447" cy="58522"/>
          </a:xfrm>
          <a:prstGeom prst="rect">
            <a:avLst/>
          </a:prstGeom>
          <a:solidFill>
            <a:srgbClr val="F8FBFF"/>
          </a:solidFill>
          <a:ln w="6350">
            <a:solidFill>
              <a:srgbClr val="F8F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5292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39008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2723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06439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154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3869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57585" y="731520"/>
            <a:ext cx="5486" cy="2783704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612492"/>
            <a:ext cx="6583680" cy="5486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96208"/>
            <a:ext cx="6583680" cy="5486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379923"/>
            <a:ext cx="6583680" cy="5486"/>
          </a:xfrm>
          <a:prstGeom prst="rect">
            <a:avLst/>
          </a:prstGeom>
          <a:solidFill>
            <a:srgbClr val="A0C4DE">
              <a:alpha val="70000"/>
            </a:srgbClr>
          </a:solidFill>
          <a:ln w="2540">
            <a:solidFill>
              <a:srgbClr val="A0C4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2206" y="1170800"/>
            <a:ext cx="5846514" cy="1905143"/>
          </a:xfrm>
          <a:prstGeom prst="roundRect">
            <a:avLst>
              <a:gd name="adj" fmla="val 4800"/>
            </a:avLst>
          </a:prstGeom>
          <a:solidFill>
            <a:srgbClr val="C8E4F6">
              <a:alpha val="72000"/>
            </a:srgbClr>
          </a:solidFill>
          <a:ln w="12700">
            <a:solidFill>
              <a:srgbClr val="3D7FC1"/>
            </a:solidFill>
            <a:prstDash val="sysDash"/>
          </a:ln>
        </p:spPr>
      </p:sp>
      <p:sp>
        <p:nvSpPr>
          <p:cNvPr id="17" name="Text 15"/>
          <p:cNvSpPr/>
          <p:nvPr/>
        </p:nvSpPr>
        <p:spPr>
          <a:xfrm>
            <a:off x="572206" y="1170800"/>
            <a:ext cx="5846514" cy="1905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オープンスペース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7F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ステージ・プロジェクター</a:t>
            </a:r>
            <a:endParaRPr lang="en-US" sz="1100" dirty="0"/>
          </a:p>
        </p:txBody>
      </p:sp>
      <p:grpSp>
        <p:nvGrpSpPr>
          <p:cNvPr id="2000" name="ブース1_こうばいや"/>
          <p:cNvGrpSpPr/>
          <p:nvPr/>
        </p:nvGrpSpPr>
        <p:grpSpPr>
          <a:xfrm>
            <a:off x="517342" y="753613"/>
            <a:ext cx="795344" cy="362323"/>
            <a:chOff x="517342" y="753613"/>
            <a:chExt cx="795344" cy="362323"/>
          </a:xfrm>
        </p:grpSpPr>
        <p:sp>
          <p:nvSpPr>
            <p:cNvPr id="18" name="Shape 16"/>
            <p:cNvSpPr/>
            <p:nvPr/>
          </p:nvSpPr>
          <p:spPr>
            <a:xfrm>
              <a:off x="517342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FFF7ED"/>
            </a:solidFill>
            <a:ln w="19050">
              <a:solidFill>
                <a:srgbClr val="EA580C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540202" y="952510"/>
              <a:ext cx="128016" cy="128016"/>
            </a:xfrm>
            <a:prstGeom prst="ellipse">
              <a:avLst/>
            </a:prstGeom>
            <a:solidFill>
              <a:srgbClr val="EA580C"/>
            </a:solidFill>
            <a:ln w="6350">
              <a:solidFill>
                <a:srgbClr val="EA580C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540202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1</a:t>
              </a:r>
              <a:endParaRPr lang="en-US" sz="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81934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こうばいや</a:t>
              </a:r>
              <a:endParaRPr lang="en-US" sz="6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11759" y="753613"/>
              <a:ext cx="141394" cy="141394"/>
            </a:xfrm>
            <a:prstGeom prst="ellipse">
              <a:avLst/>
            </a:prstGeom>
            <a:solidFill>
              <a:srgbClr val="FFF7ED"/>
            </a:solidFill>
            <a:ln w="15240">
              <a:solidFill>
                <a:srgbClr val="EA580C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976874" y="753613"/>
              <a:ext cx="141394" cy="141394"/>
            </a:xfrm>
            <a:prstGeom prst="ellipse">
              <a:avLst/>
            </a:prstGeom>
            <a:solidFill>
              <a:srgbClr val="FFF7ED"/>
            </a:solidFill>
            <a:ln w="15240">
              <a:solidFill>
                <a:srgbClr val="EA580C"/>
              </a:solidFill>
              <a:prstDash val="solid"/>
            </a:ln>
          </p:spPr>
        </p:sp>
      </p:grpSp>
      <p:grpSp>
        <p:nvGrpSpPr>
          <p:cNvPr id="2001" name="ブース2_きゃさりん"/>
          <p:cNvGrpSpPr/>
          <p:nvPr/>
        </p:nvGrpSpPr>
        <p:grpSpPr>
          <a:xfrm>
            <a:off x="1356871" y="753613"/>
            <a:ext cx="795344" cy="362323"/>
            <a:chOff x="1356871" y="753613"/>
            <a:chExt cx="795344" cy="362323"/>
          </a:xfrm>
        </p:grpSpPr>
        <p:sp>
          <p:nvSpPr>
            <p:cNvPr id="24" name="Shape 22"/>
            <p:cNvSpPr/>
            <p:nvPr/>
          </p:nvSpPr>
          <p:spPr>
            <a:xfrm>
              <a:off x="1356871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DBEAFE"/>
            </a:solidFill>
            <a:ln w="19050">
              <a:solidFill>
                <a:srgbClr val="2563EB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1379731" y="952510"/>
              <a:ext cx="128016" cy="128016"/>
            </a:xfrm>
            <a:prstGeom prst="ellipse">
              <a:avLst/>
            </a:prstGeom>
            <a:solidFill>
              <a:srgbClr val="2563EB"/>
            </a:solidFill>
            <a:ln w="6350">
              <a:solidFill>
                <a:srgbClr val="2563EB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1379731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2</a:t>
              </a:r>
              <a:endParaRPr lang="en-US" sz="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521463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きゃさりん</a:t>
              </a:r>
              <a:endParaRPr lang="en-US" sz="6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551289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1816403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</p:sp>
      </p:grpSp>
      <p:grpSp>
        <p:nvGrpSpPr>
          <p:cNvPr id="2002" name="ブース3_手塚美登里"/>
          <p:cNvGrpSpPr/>
          <p:nvPr/>
        </p:nvGrpSpPr>
        <p:grpSpPr>
          <a:xfrm>
            <a:off x="2196401" y="753613"/>
            <a:ext cx="795344" cy="362323"/>
            <a:chOff x="2196401" y="753613"/>
            <a:chExt cx="795344" cy="362323"/>
          </a:xfrm>
        </p:grpSpPr>
        <p:sp>
          <p:nvSpPr>
            <p:cNvPr id="30" name="Shape 28"/>
            <p:cNvSpPr/>
            <p:nvPr/>
          </p:nvSpPr>
          <p:spPr>
            <a:xfrm>
              <a:off x="2196401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DBEAFE"/>
            </a:solidFill>
            <a:ln w="19050">
              <a:solidFill>
                <a:srgbClr val="2563EB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31" name="Shape 29"/>
            <p:cNvSpPr/>
            <p:nvPr/>
          </p:nvSpPr>
          <p:spPr>
            <a:xfrm>
              <a:off x="2219261" y="952510"/>
              <a:ext cx="128016" cy="128016"/>
            </a:xfrm>
            <a:prstGeom prst="ellipse">
              <a:avLst/>
            </a:prstGeom>
            <a:solidFill>
              <a:srgbClr val="2563EB"/>
            </a:solidFill>
            <a:ln w="6350">
              <a:solidFill>
                <a:srgbClr val="2563EB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2219261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3</a:t>
              </a:r>
              <a:endParaRPr lang="en-US" sz="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2360993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手塚美登里</a:t>
              </a:r>
              <a:endParaRPr lang="en-US" sz="6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2390818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</p:sp>
        <p:sp>
          <p:nvSpPr>
            <p:cNvPr id="35" name="Shape 33"/>
            <p:cNvSpPr/>
            <p:nvPr/>
          </p:nvSpPr>
          <p:spPr>
            <a:xfrm>
              <a:off x="2655933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</p:sp>
      </p:grpSp>
      <p:grpSp>
        <p:nvGrpSpPr>
          <p:cNvPr id="2003" name="ブース4_丸岡由貴子"/>
          <p:cNvGrpSpPr/>
          <p:nvPr/>
        </p:nvGrpSpPr>
        <p:grpSpPr>
          <a:xfrm>
            <a:off x="3035931" y="753613"/>
            <a:ext cx="795344" cy="362323"/>
            <a:chOff x="3035931" y="753613"/>
            <a:chExt cx="795344" cy="362323"/>
          </a:xfrm>
        </p:grpSpPr>
        <p:sp>
          <p:nvSpPr>
            <p:cNvPr id="36" name="Shape 34"/>
            <p:cNvSpPr/>
            <p:nvPr/>
          </p:nvSpPr>
          <p:spPr>
            <a:xfrm>
              <a:off x="3035931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DBEAFE"/>
            </a:solidFill>
            <a:ln w="19050">
              <a:solidFill>
                <a:srgbClr val="2563EB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37" name="Shape 35"/>
            <p:cNvSpPr/>
            <p:nvPr/>
          </p:nvSpPr>
          <p:spPr>
            <a:xfrm>
              <a:off x="3058791" y="952510"/>
              <a:ext cx="128016" cy="128016"/>
            </a:xfrm>
            <a:prstGeom prst="ellipse">
              <a:avLst/>
            </a:prstGeom>
            <a:solidFill>
              <a:srgbClr val="2563EB"/>
            </a:solidFill>
            <a:ln w="6350">
              <a:solidFill>
                <a:srgbClr val="2563EB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3058791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4</a:t>
              </a:r>
              <a:endParaRPr lang="en-US" sz="6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3200523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丸岡由貴子</a:t>
              </a:r>
              <a:endParaRPr lang="en-US" sz="6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230348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</p:sp>
        <p:sp>
          <p:nvSpPr>
            <p:cNvPr id="41" name="Shape 39"/>
            <p:cNvSpPr/>
            <p:nvPr/>
          </p:nvSpPr>
          <p:spPr>
            <a:xfrm>
              <a:off x="3495463" y="753613"/>
              <a:ext cx="141394" cy="141394"/>
            </a:xfrm>
            <a:prstGeom prst="ellipse">
              <a:avLst/>
            </a:prstGeom>
            <a:solidFill>
              <a:srgbClr val="DBEAFE"/>
            </a:solidFill>
            <a:ln w="15240">
              <a:solidFill>
                <a:srgbClr val="2563EB"/>
              </a:solidFill>
              <a:prstDash val="solid"/>
            </a:ln>
          </p:spPr>
        </p:sp>
      </p:grpSp>
      <p:grpSp>
        <p:nvGrpSpPr>
          <p:cNvPr id="2004" name="ブース5_田邊由美子"/>
          <p:cNvGrpSpPr/>
          <p:nvPr/>
        </p:nvGrpSpPr>
        <p:grpSpPr>
          <a:xfrm>
            <a:off x="3875460" y="753613"/>
            <a:ext cx="795344" cy="362323"/>
            <a:chOff x="3875460" y="753613"/>
            <a:chExt cx="795344" cy="362323"/>
          </a:xfrm>
        </p:grpSpPr>
        <p:sp>
          <p:nvSpPr>
            <p:cNvPr id="42" name="Shape 40"/>
            <p:cNvSpPr/>
            <p:nvPr/>
          </p:nvSpPr>
          <p:spPr>
            <a:xfrm>
              <a:off x="3875460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FCE7F3"/>
            </a:solidFill>
            <a:ln w="19050">
              <a:solidFill>
                <a:srgbClr val="DB2777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43" name="Shape 41"/>
            <p:cNvSpPr/>
            <p:nvPr/>
          </p:nvSpPr>
          <p:spPr>
            <a:xfrm>
              <a:off x="3898320" y="952510"/>
              <a:ext cx="128016" cy="128016"/>
            </a:xfrm>
            <a:prstGeom prst="ellipse">
              <a:avLst/>
            </a:prstGeom>
            <a:solidFill>
              <a:srgbClr val="DB2777"/>
            </a:solidFill>
            <a:ln w="6350">
              <a:solidFill>
                <a:srgbClr val="DB2777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3898320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5</a:t>
              </a:r>
              <a:endParaRPr lang="en-US" sz="6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4040052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田邊由美子</a:t>
              </a:r>
              <a:endParaRPr lang="en-US" sz="65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069878" y="753613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</p:sp>
        <p:sp>
          <p:nvSpPr>
            <p:cNvPr id="47" name="Shape 45"/>
            <p:cNvSpPr/>
            <p:nvPr/>
          </p:nvSpPr>
          <p:spPr>
            <a:xfrm>
              <a:off x="4334992" y="753613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</p:sp>
      </p:grpSp>
      <p:grpSp>
        <p:nvGrpSpPr>
          <p:cNvPr id="2005" name="ブース11_RYOUKO"/>
          <p:cNvGrpSpPr/>
          <p:nvPr/>
        </p:nvGrpSpPr>
        <p:grpSpPr>
          <a:xfrm>
            <a:off x="4714990" y="753613"/>
            <a:ext cx="795344" cy="362323"/>
            <a:chOff x="4714990" y="753613"/>
            <a:chExt cx="795344" cy="362323"/>
          </a:xfrm>
        </p:grpSpPr>
        <p:sp>
          <p:nvSpPr>
            <p:cNvPr id="48" name="Shape 46"/>
            <p:cNvSpPr/>
            <p:nvPr/>
          </p:nvSpPr>
          <p:spPr>
            <a:xfrm>
              <a:off x="4714990" y="917100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F3E8FF"/>
            </a:solidFill>
            <a:ln w="19050">
              <a:solidFill>
                <a:srgbClr val="7C3AED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49" name="Shape 47"/>
            <p:cNvSpPr/>
            <p:nvPr/>
          </p:nvSpPr>
          <p:spPr>
            <a:xfrm>
              <a:off x="4737850" y="952510"/>
              <a:ext cx="128016" cy="128016"/>
            </a:xfrm>
            <a:prstGeom prst="ellipse">
              <a:avLst/>
            </a:prstGeom>
            <a:solidFill>
              <a:srgbClr val="7C3AED"/>
            </a:solidFill>
            <a:ln w="6350">
              <a:solidFill>
                <a:srgbClr val="7C3AED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4737850" y="95251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11</a:t>
              </a:r>
              <a:endParaRPr lang="en-US" sz="6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4879582" y="935388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RYOUKO</a:t>
              </a:r>
              <a:endParaRPr lang="en-US" sz="65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4909407" y="753613"/>
              <a:ext cx="141394" cy="141394"/>
            </a:xfrm>
            <a:prstGeom prst="ellipse">
              <a:avLst/>
            </a:prstGeom>
            <a:solidFill>
              <a:srgbClr val="F3E8FF"/>
            </a:solidFill>
            <a:ln w="15240">
              <a:solidFill>
                <a:srgbClr val="7C3AED"/>
              </a:solidFill>
              <a:prstDash val="solid"/>
            </a:ln>
          </p:spPr>
        </p:sp>
        <p:sp>
          <p:nvSpPr>
            <p:cNvPr id="53" name="Shape 51"/>
            <p:cNvSpPr/>
            <p:nvPr/>
          </p:nvSpPr>
          <p:spPr>
            <a:xfrm>
              <a:off x="5174522" y="753613"/>
              <a:ext cx="141394" cy="141394"/>
            </a:xfrm>
            <a:prstGeom prst="ellipse">
              <a:avLst/>
            </a:prstGeom>
            <a:solidFill>
              <a:srgbClr val="F3E8FF"/>
            </a:solidFill>
            <a:ln w="15240">
              <a:solidFill>
                <a:srgbClr val="7C3AED"/>
              </a:solidFill>
              <a:prstDash val="solid"/>
            </a:ln>
          </p:spPr>
        </p:sp>
      </p:grpSp>
      <p:grpSp>
        <p:nvGrpSpPr>
          <p:cNvPr id="2006" name="ブース6_三輪晃代"/>
          <p:cNvGrpSpPr/>
          <p:nvPr/>
        </p:nvGrpSpPr>
        <p:grpSpPr>
          <a:xfrm>
            <a:off x="6473584" y="1115936"/>
            <a:ext cx="362323" cy="795344"/>
            <a:chOff x="6473584" y="1115936"/>
            <a:chExt cx="362323" cy="795344"/>
          </a:xfrm>
        </p:grpSpPr>
        <p:sp>
          <p:nvSpPr>
            <p:cNvPr id="54" name="Shape 52"/>
            <p:cNvSpPr/>
            <p:nvPr/>
          </p:nvSpPr>
          <p:spPr>
            <a:xfrm>
              <a:off x="6473584" y="1115936"/>
              <a:ext cx="198836" cy="795344"/>
            </a:xfrm>
            <a:prstGeom prst="roundRect">
              <a:avLst>
                <a:gd name="adj" fmla="val 13796"/>
              </a:avLst>
            </a:prstGeom>
            <a:solidFill>
              <a:srgbClr val="FCE7F3"/>
            </a:solidFill>
            <a:ln w="19050">
              <a:solidFill>
                <a:srgbClr val="DB2777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55" name="Shape 53"/>
            <p:cNvSpPr/>
            <p:nvPr/>
          </p:nvSpPr>
          <p:spPr>
            <a:xfrm>
              <a:off x="6496444" y="1449600"/>
              <a:ext cx="128016" cy="128016"/>
            </a:xfrm>
            <a:prstGeom prst="ellipse">
              <a:avLst/>
            </a:prstGeom>
            <a:solidFill>
              <a:srgbClr val="DB2777"/>
            </a:solidFill>
            <a:ln w="6350">
              <a:solidFill>
                <a:srgbClr val="DB2777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6496444" y="1449600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6</a:t>
              </a:r>
              <a:endParaRPr lang="en-US" sz="6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6482728" y="1289672"/>
              <a:ext cx="180548" cy="603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ctr" indent="0" marL="0">
                <a:buNone/>
              </a:pPr>
              <a:r>
                <a:rPr lang="en-US" sz="5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三輪晃代</a:t>
              </a:r>
              <a:endParaRPr lang="en-US" sz="55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6694513" y="1310354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</p:sp>
        <p:sp>
          <p:nvSpPr>
            <p:cNvPr id="59" name="Shape 57"/>
            <p:cNvSpPr/>
            <p:nvPr/>
          </p:nvSpPr>
          <p:spPr>
            <a:xfrm>
              <a:off x="6694513" y="1575468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</p:sp>
      </p:grpSp>
      <p:grpSp>
        <p:nvGrpSpPr>
          <p:cNvPr id="2007" name="ブース7_chieko"/>
          <p:cNvGrpSpPr/>
          <p:nvPr/>
        </p:nvGrpSpPr>
        <p:grpSpPr>
          <a:xfrm>
            <a:off x="6473584" y="1911280"/>
            <a:ext cx="362323" cy="795344"/>
            <a:chOff x="6473584" y="1911280"/>
            <a:chExt cx="362323" cy="795344"/>
          </a:xfrm>
        </p:grpSpPr>
        <p:sp>
          <p:nvSpPr>
            <p:cNvPr id="60" name="Shape 58"/>
            <p:cNvSpPr/>
            <p:nvPr/>
          </p:nvSpPr>
          <p:spPr>
            <a:xfrm>
              <a:off x="6473584" y="1911280"/>
              <a:ext cx="198836" cy="795344"/>
            </a:xfrm>
            <a:prstGeom prst="roundRect">
              <a:avLst>
                <a:gd name="adj" fmla="val 13796"/>
              </a:avLst>
            </a:prstGeom>
            <a:solidFill>
              <a:srgbClr val="FCE7F3"/>
            </a:solidFill>
            <a:ln w="19050">
              <a:solidFill>
                <a:srgbClr val="DB2777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61" name="Shape 59"/>
            <p:cNvSpPr/>
            <p:nvPr/>
          </p:nvSpPr>
          <p:spPr>
            <a:xfrm>
              <a:off x="6496444" y="2244944"/>
              <a:ext cx="128016" cy="128016"/>
            </a:xfrm>
            <a:prstGeom prst="ellipse">
              <a:avLst/>
            </a:prstGeom>
            <a:solidFill>
              <a:srgbClr val="DB2777"/>
            </a:solidFill>
            <a:ln w="6350">
              <a:solidFill>
                <a:srgbClr val="DB2777"/>
              </a:solidFill>
              <a:prstDash val="solid"/>
            </a:ln>
          </p:spPr>
        </p:sp>
        <p:sp>
          <p:nvSpPr>
            <p:cNvPr id="62" name="Text 60"/>
            <p:cNvSpPr/>
            <p:nvPr/>
          </p:nvSpPr>
          <p:spPr>
            <a:xfrm>
              <a:off x="6496444" y="2244944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7</a:t>
              </a:r>
              <a:endParaRPr lang="en-US" sz="6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6482728" y="2085016"/>
              <a:ext cx="180548" cy="603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ctr" indent="0" marL="0">
                <a:buNone/>
              </a:pPr>
              <a:r>
                <a:rPr lang="en-US" sz="5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chieko</a:t>
              </a:r>
              <a:endParaRPr lang="en-US" sz="55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6694513" y="2105698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</p:sp>
        <p:sp>
          <p:nvSpPr>
            <p:cNvPr id="65" name="Shape 63"/>
            <p:cNvSpPr/>
            <p:nvPr/>
          </p:nvSpPr>
          <p:spPr>
            <a:xfrm>
              <a:off x="6694513" y="2370812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</p:sp>
      </p:grpSp>
      <p:grpSp>
        <p:nvGrpSpPr>
          <p:cNvPr id="2008" name="ブース8_ミル"/>
          <p:cNvGrpSpPr/>
          <p:nvPr/>
        </p:nvGrpSpPr>
        <p:grpSpPr>
          <a:xfrm>
            <a:off x="6473584" y="2706624"/>
            <a:ext cx="362323" cy="795344"/>
            <a:chOff x="6473584" y="2706624"/>
            <a:chExt cx="362323" cy="795344"/>
          </a:xfrm>
        </p:grpSpPr>
        <p:sp>
          <p:nvSpPr>
            <p:cNvPr id="66" name="Shape 64"/>
            <p:cNvSpPr/>
            <p:nvPr/>
          </p:nvSpPr>
          <p:spPr>
            <a:xfrm>
              <a:off x="6473584" y="2706624"/>
              <a:ext cx="198836" cy="795344"/>
            </a:xfrm>
            <a:prstGeom prst="roundRect">
              <a:avLst>
                <a:gd name="adj" fmla="val 13796"/>
              </a:avLst>
            </a:prstGeom>
            <a:solidFill>
              <a:srgbClr val="FCE7F3"/>
            </a:solidFill>
            <a:ln w="19050">
              <a:solidFill>
                <a:srgbClr val="DB2777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67" name="Shape 65"/>
            <p:cNvSpPr/>
            <p:nvPr/>
          </p:nvSpPr>
          <p:spPr>
            <a:xfrm>
              <a:off x="6496444" y="3040288"/>
              <a:ext cx="128016" cy="128016"/>
            </a:xfrm>
            <a:prstGeom prst="ellipse">
              <a:avLst/>
            </a:prstGeom>
            <a:solidFill>
              <a:srgbClr val="DB2777"/>
            </a:solidFill>
            <a:ln w="6350">
              <a:solidFill>
                <a:srgbClr val="DB2777"/>
              </a:solidFill>
              <a:prstDash val="solid"/>
            </a:ln>
          </p:spPr>
        </p:sp>
        <p:sp>
          <p:nvSpPr>
            <p:cNvPr id="68" name="Text 66"/>
            <p:cNvSpPr/>
            <p:nvPr/>
          </p:nvSpPr>
          <p:spPr>
            <a:xfrm>
              <a:off x="6496444" y="3040288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8</a:t>
              </a:r>
              <a:endParaRPr lang="en-US" sz="6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6482728" y="2880360"/>
              <a:ext cx="180548" cy="603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algn="ctr" indent="0" marL="0">
                <a:buNone/>
              </a:pPr>
              <a:r>
                <a:rPr lang="en-US" sz="5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ミル</a:t>
              </a:r>
              <a:endParaRPr lang="en-US" sz="55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6694513" y="2901041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</p:sp>
        <p:sp>
          <p:nvSpPr>
            <p:cNvPr id="71" name="Shape 69"/>
            <p:cNvSpPr/>
            <p:nvPr/>
          </p:nvSpPr>
          <p:spPr>
            <a:xfrm>
              <a:off x="6694513" y="3166156"/>
              <a:ext cx="141394" cy="141394"/>
            </a:xfrm>
            <a:prstGeom prst="ellipse">
              <a:avLst/>
            </a:prstGeom>
            <a:solidFill>
              <a:srgbClr val="FCE7F3"/>
            </a:solidFill>
            <a:ln w="15240">
              <a:solidFill>
                <a:srgbClr val="DB2777"/>
              </a:solidFill>
              <a:prstDash val="solid"/>
            </a:ln>
          </p:spPr>
        </p:sp>
      </p:grpSp>
      <p:grpSp>
        <p:nvGrpSpPr>
          <p:cNvPr id="2009" name="ブース9_あづさ"/>
          <p:cNvGrpSpPr/>
          <p:nvPr/>
        </p:nvGrpSpPr>
        <p:grpSpPr>
          <a:xfrm>
            <a:off x="5634054" y="3130807"/>
            <a:ext cx="795344" cy="362323"/>
            <a:chOff x="5634054" y="3130807"/>
            <a:chExt cx="795344" cy="362323"/>
          </a:xfrm>
        </p:grpSpPr>
        <p:sp>
          <p:nvSpPr>
            <p:cNvPr id="72" name="Shape 70"/>
            <p:cNvSpPr/>
            <p:nvPr/>
          </p:nvSpPr>
          <p:spPr>
            <a:xfrm>
              <a:off x="5634054" y="3130807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DCFCE7"/>
            </a:solidFill>
            <a:ln w="19050">
              <a:solidFill>
                <a:srgbClr val="16A34A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73" name="Shape 71"/>
            <p:cNvSpPr/>
            <p:nvPr/>
          </p:nvSpPr>
          <p:spPr>
            <a:xfrm>
              <a:off x="5656914" y="3166217"/>
              <a:ext cx="128016" cy="128016"/>
            </a:xfrm>
            <a:prstGeom prst="ellipse">
              <a:avLst/>
            </a:prstGeom>
            <a:solidFill>
              <a:srgbClr val="16A34A"/>
            </a:solidFill>
            <a:ln w="6350">
              <a:solidFill>
                <a:srgbClr val="16A34A"/>
              </a:solidFill>
              <a:prstDash val="solid"/>
            </a:ln>
          </p:spPr>
        </p:sp>
        <p:sp>
          <p:nvSpPr>
            <p:cNvPr id="74" name="Text 72"/>
            <p:cNvSpPr/>
            <p:nvPr/>
          </p:nvSpPr>
          <p:spPr>
            <a:xfrm>
              <a:off x="5656914" y="3166217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9</a:t>
              </a:r>
              <a:endParaRPr lang="en-US" sz="6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5798646" y="3149095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あづさ</a:t>
              </a:r>
              <a:endParaRPr lang="en-US" sz="65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5828472" y="3351736"/>
              <a:ext cx="141394" cy="141394"/>
            </a:xfrm>
            <a:prstGeom prst="ellipse">
              <a:avLst/>
            </a:prstGeom>
            <a:solidFill>
              <a:srgbClr val="DCFCE7"/>
            </a:solidFill>
            <a:ln w="15240">
              <a:solidFill>
                <a:srgbClr val="16A34A"/>
              </a:solidFill>
              <a:prstDash val="solid"/>
            </a:ln>
          </p:spPr>
        </p:sp>
        <p:sp>
          <p:nvSpPr>
            <p:cNvPr id="77" name="Shape 75"/>
            <p:cNvSpPr/>
            <p:nvPr/>
          </p:nvSpPr>
          <p:spPr>
            <a:xfrm>
              <a:off x="6093586" y="3351736"/>
              <a:ext cx="141394" cy="141394"/>
            </a:xfrm>
            <a:prstGeom prst="ellipse">
              <a:avLst/>
            </a:prstGeom>
            <a:solidFill>
              <a:srgbClr val="DCFCE7"/>
            </a:solidFill>
            <a:ln w="15240">
              <a:solidFill>
                <a:srgbClr val="16A34A"/>
              </a:solidFill>
              <a:prstDash val="solid"/>
            </a:ln>
          </p:spPr>
        </p:sp>
      </p:grpSp>
      <p:grpSp>
        <p:nvGrpSpPr>
          <p:cNvPr id="2010" name="ブース10_MIKIKO"/>
          <p:cNvGrpSpPr/>
          <p:nvPr/>
        </p:nvGrpSpPr>
        <p:grpSpPr>
          <a:xfrm>
            <a:off x="4794524" y="3130807"/>
            <a:ext cx="795344" cy="362323"/>
            <a:chOff x="4794524" y="3130807"/>
            <a:chExt cx="795344" cy="362323"/>
          </a:xfrm>
        </p:grpSpPr>
        <p:sp>
          <p:nvSpPr>
            <p:cNvPr id="78" name="Shape 76"/>
            <p:cNvSpPr/>
            <p:nvPr/>
          </p:nvSpPr>
          <p:spPr>
            <a:xfrm>
              <a:off x="4794524" y="3130807"/>
              <a:ext cx="795344" cy="198836"/>
            </a:xfrm>
            <a:prstGeom prst="roundRect">
              <a:avLst>
                <a:gd name="adj" fmla="val 13796"/>
              </a:avLst>
            </a:prstGeom>
            <a:solidFill>
              <a:srgbClr val="DCFCE7"/>
            </a:solidFill>
            <a:ln w="19050">
              <a:solidFill>
                <a:srgbClr val="16A34A"/>
              </a:solidFill>
              <a:prstDash val="solid"/>
            </a:ln>
            <a:effectLst>
              <a:outerShdw sx="100000" sy="100000" kx="0" ky="0" algn="bl" rotWithShape="0" blurRad="38100" dist="12700" dir="2700000">
                <a:srgbClr val="000000">
                  <a:alpha val="12000"/>
                </a:srgbClr>
              </a:outerShdw>
            </a:effectLst>
          </p:spPr>
        </p:sp>
        <p:sp>
          <p:nvSpPr>
            <p:cNvPr id="79" name="Shape 77"/>
            <p:cNvSpPr/>
            <p:nvPr/>
          </p:nvSpPr>
          <p:spPr>
            <a:xfrm>
              <a:off x="4817384" y="3166217"/>
              <a:ext cx="128016" cy="128016"/>
            </a:xfrm>
            <a:prstGeom prst="ellipse">
              <a:avLst/>
            </a:prstGeom>
            <a:solidFill>
              <a:srgbClr val="16A34A"/>
            </a:solidFill>
            <a:ln w="6350">
              <a:solidFill>
                <a:srgbClr val="16A34A"/>
              </a:solidFill>
              <a:prstDash val="solid"/>
            </a:ln>
          </p:spPr>
        </p:sp>
        <p:sp>
          <p:nvSpPr>
            <p:cNvPr id="80" name="Text 78"/>
            <p:cNvSpPr/>
            <p:nvPr/>
          </p:nvSpPr>
          <p:spPr>
            <a:xfrm>
              <a:off x="4817384" y="3166217"/>
              <a:ext cx="128016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00" b="1" dirty="0">
                  <a:solidFill>
                    <a:srgbClr val="FFFFFF"/>
                  </a:solidFill>
                </a:rPr>
                <a:t>10</a:t>
              </a:r>
              <a:endParaRPr lang="en-US" sz="6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4959116" y="3149095"/>
              <a:ext cx="612464" cy="162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2D2D2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MIKIKO</a:t>
              </a:r>
              <a:endParaRPr lang="en-US" sz="65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4988942" y="3351736"/>
              <a:ext cx="141394" cy="141394"/>
            </a:xfrm>
            <a:prstGeom prst="ellipse">
              <a:avLst/>
            </a:prstGeom>
            <a:solidFill>
              <a:srgbClr val="DCFCE7"/>
            </a:solidFill>
            <a:ln w="15240">
              <a:solidFill>
                <a:srgbClr val="16A34A"/>
              </a:solidFill>
              <a:prstDash val="solid"/>
            </a:ln>
          </p:spPr>
        </p:sp>
        <p:sp>
          <p:nvSpPr>
            <p:cNvPr id="83" name="Shape 81"/>
            <p:cNvSpPr/>
            <p:nvPr/>
          </p:nvSpPr>
          <p:spPr>
            <a:xfrm>
              <a:off x="5254056" y="3351736"/>
              <a:ext cx="141394" cy="141394"/>
            </a:xfrm>
            <a:prstGeom prst="ellipse">
              <a:avLst/>
            </a:prstGeom>
            <a:solidFill>
              <a:srgbClr val="DCFCE7"/>
            </a:solidFill>
            <a:ln w="15240">
              <a:solidFill>
                <a:srgbClr val="16A34A"/>
              </a:solidFill>
              <a:prstDash val="solid"/>
            </a:ln>
          </p:spPr>
        </p:sp>
      </p:grpSp>
      <p:grpSp>
        <p:nvGrpSpPr>
          <p:cNvPr id="2900" name="受付"/>
          <p:cNvGrpSpPr/>
          <p:nvPr/>
        </p:nvGrpSpPr>
        <p:grpSpPr>
          <a:xfrm>
            <a:off x="274320" y="1115936"/>
            <a:ext cx="198836" cy="397672"/>
            <a:chOff x="274320" y="1115936"/>
            <a:chExt cx="198836" cy="397672"/>
          </a:xfrm>
        </p:grpSpPr>
        <p:sp>
          <p:nvSpPr>
            <p:cNvPr id="84" name="Shape 82"/>
            <p:cNvSpPr/>
            <p:nvPr/>
          </p:nvSpPr>
          <p:spPr>
            <a:xfrm>
              <a:off x="274320" y="1115936"/>
              <a:ext cx="198836" cy="397672"/>
            </a:xfrm>
            <a:prstGeom prst="roundRect">
              <a:avLst>
                <a:gd name="adj" fmla="val 13796"/>
              </a:avLst>
            </a:prstGeom>
            <a:solidFill>
              <a:srgbClr val="F0F0F0"/>
            </a:solidFill>
            <a:ln w="19050">
              <a:solidFill>
                <a:srgbClr val="999999"/>
              </a:solidFill>
              <a:prstDash val="solid"/>
            </a:ln>
          </p:spPr>
        </p:sp>
        <p:sp>
          <p:nvSpPr>
            <p:cNvPr id="85" name="Text 83"/>
            <p:cNvSpPr/>
            <p:nvPr/>
          </p:nvSpPr>
          <p:spPr>
            <a:xfrm>
              <a:off x="274320" y="1115936"/>
              <a:ext cx="198836" cy="397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受</a:t>
              </a:r>
              <a:endParaRPr lang="en-US" sz="650" dirty="0"/>
            </a:p>
            <a:p>
              <a:pPr algn="ctr" indent="0" marL="0">
                <a:buNone/>
              </a:pPr>
              <a:r>
                <a:rPr lang="en-US" sz="650" b="1" dirty="0">
                  <a:solidFill>
                    <a:srgbClr val="5555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付</a:t>
              </a:r>
              <a:endParaRPr lang="en-US" sz="650" dirty="0"/>
            </a:p>
          </p:txBody>
        </p:sp>
      </p:grpSp>
      <p:grpSp>
        <p:nvGrpSpPr>
          <p:cNvPr id="3000" name="入口"/>
          <p:cNvGrpSpPr/>
          <p:nvPr/>
        </p:nvGrpSpPr>
        <p:grpSpPr>
          <a:xfrm>
            <a:off x="490677" y="3515224"/>
            <a:ext cx="2969591" cy="329184"/>
            <a:chOff x="490677" y="3515224"/>
            <a:chExt cx="2969591" cy="329184"/>
          </a:xfrm>
        </p:grpSpPr>
        <p:sp>
          <p:nvSpPr>
            <p:cNvPr id="86" name="Shape 84"/>
            <p:cNvSpPr/>
            <p:nvPr/>
          </p:nvSpPr>
          <p:spPr>
            <a:xfrm>
              <a:off x="490677" y="3515224"/>
              <a:ext cx="9144" cy="91440"/>
            </a:xfrm>
            <a:prstGeom prst="rect">
              <a:avLst/>
            </a:prstGeom>
            <a:solidFill>
              <a:srgbClr val="F4A94E"/>
            </a:solidFill>
            <a:ln w="6350">
              <a:solidFill>
                <a:srgbClr val="F4A94E"/>
              </a:solidFill>
              <a:prstDash val="solid"/>
            </a:ln>
          </p:spPr>
        </p:sp>
        <p:sp>
          <p:nvSpPr>
            <p:cNvPr id="87" name="Shape 85"/>
            <p:cNvSpPr/>
            <p:nvPr/>
          </p:nvSpPr>
          <p:spPr>
            <a:xfrm>
              <a:off x="3451124" y="3515224"/>
              <a:ext cx="9144" cy="91440"/>
            </a:xfrm>
            <a:prstGeom prst="rect">
              <a:avLst/>
            </a:prstGeom>
            <a:solidFill>
              <a:srgbClr val="F4A94E"/>
            </a:solidFill>
            <a:ln w="6350">
              <a:solidFill>
                <a:srgbClr val="F4A94E"/>
              </a:solidFill>
              <a:prstDash val="solid"/>
            </a:ln>
          </p:spPr>
        </p:sp>
        <p:sp>
          <p:nvSpPr>
            <p:cNvPr id="88" name="Shape 86"/>
            <p:cNvSpPr/>
            <p:nvPr/>
          </p:nvSpPr>
          <p:spPr>
            <a:xfrm>
              <a:off x="495249" y="3602092"/>
              <a:ext cx="2960447" cy="7315"/>
            </a:xfrm>
            <a:prstGeom prst="rect">
              <a:avLst/>
            </a:prstGeom>
            <a:solidFill>
              <a:srgbClr val="F4A94E"/>
            </a:solidFill>
            <a:ln w="6350">
              <a:solidFill>
                <a:srgbClr val="F4A94E"/>
              </a:solidFill>
              <a:prstDash val="solid"/>
            </a:ln>
          </p:spPr>
        </p:sp>
        <p:sp>
          <p:nvSpPr>
            <p:cNvPr id="89" name="Text 87"/>
            <p:cNvSpPr/>
            <p:nvPr/>
          </p:nvSpPr>
          <p:spPr>
            <a:xfrm>
              <a:off x="1335392" y="3606664"/>
              <a:ext cx="1280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F4A94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▼ 入口（6.7m）</a:t>
              </a:r>
              <a:endParaRPr lang="en-US" sz="1100" dirty="0"/>
            </a:p>
          </p:txBody>
        </p:sp>
      </p:grpSp>
      <p:sp>
        <p:nvSpPr>
          <p:cNvPr id="90" name="Text 88"/>
          <p:cNvSpPr/>
          <p:nvPr/>
        </p:nvSpPr>
        <p:spPr>
          <a:xfrm>
            <a:off x="274320" y="388098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縮尺1:207（1"≈207cm）　2mグリッド　机：180cm×45cm　入口：左50cm壁＋670cm開口＋右770cm壁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022592" y="731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カテゴリ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7022592" y="101498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022592" y="1014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Handmade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022592" y="128930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022592" y="12893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022592" y="156362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022592" y="1563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022592" y="183794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022592" y="18379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022592" y="2112264"/>
            <a:ext cx="1828800" cy="219456"/>
          </a:xfrm>
          <a:prstGeom prst="roundRect">
            <a:avLst>
              <a:gd name="adj" fmla="val 16667"/>
            </a:avLst>
          </a:prstGeom>
          <a:solidFill>
            <a:srgbClr val="F3E8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022592" y="2112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物販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7022592" y="24231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出店者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7022592" y="2724912"/>
            <a:ext cx="137160" cy="137160"/>
          </a:xfrm>
          <a:prstGeom prst="ellipse">
            <a:avLst/>
          </a:prstGeom>
          <a:solidFill>
            <a:srgbClr val="EA580C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022592" y="27249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7196328" y="2706624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こうばいや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7022592" y="2916936"/>
            <a:ext cx="137160" cy="13716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022592" y="291693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08" name="Text 106"/>
          <p:cNvSpPr/>
          <p:nvPr/>
        </p:nvSpPr>
        <p:spPr>
          <a:xfrm>
            <a:off x="7196328" y="2898648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きゃさりん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7022592" y="3108960"/>
            <a:ext cx="137160" cy="13716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022592" y="310896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7196328" y="3090672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手塚美登里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7022592" y="3300984"/>
            <a:ext cx="137160" cy="137160"/>
          </a:xfrm>
          <a:prstGeom prst="ellipse">
            <a:avLst/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022592" y="330098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7196328" y="3282696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丸岡由貴子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7022592" y="3493008"/>
            <a:ext cx="137160" cy="137160"/>
          </a:xfrm>
          <a:prstGeom prst="ellipse">
            <a:avLst/>
          </a:prstGeom>
          <a:solidFill>
            <a:srgbClr val="DB2777"/>
          </a:solidFill>
          <a:ln w="6350">
            <a:solidFill>
              <a:srgbClr val="DB277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022592" y="349300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7196328" y="3474720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田邊由美子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7022592" y="3685032"/>
            <a:ext cx="137160" cy="137160"/>
          </a:xfrm>
          <a:prstGeom prst="ellipse">
            <a:avLst/>
          </a:prstGeom>
          <a:solidFill>
            <a:srgbClr val="DB2777"/>
          </a:solidFill>
          <a:ln w="6350">
            <a:solidFill>
              <a:srgbClr val="DB2777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022592" y="36850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120" name="Text 118"/>
          <p:cNvSpPr/>
          <p:nvPr/>
        </p:nvSpPr>
        <p:spPr>
          <a:xfrm>
            <a:off x="7196328" y="3666744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三輪晃代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022592" y="3877056"/>
            <a:ext cx="137160" cy="137160"/>
          </a:xfrm>
          <a:prstGeom prst="ellipse">
            <a:avLst/>
          </a:prstGeom>
          <a:solidFill>
            <a:srgbClr val="DB2777"/>
          </a:solidFill>
          <a:ln w="6350">
            <a:solidFill>
              <a:srgbClr val="DB2777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022592" y="3877056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7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7196328" y="3858768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chieko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7022592" y="4069080"/>
            <a:ext cx="137160" cy="137160"/>
          </a:xfrm>
          <a:prstGeom prst="ellipse">
            <a:avLst/>
          </a:prstGeom>
          <a:solidFill>
            <a:srgbClr val="DB2777"/>
          </a:solidFill>
          <a:ln w="6350">
            <a:solidFill>
              <a:srgbClr val="DB277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022592" y="406908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8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7196328" y="4050792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ミル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7022592" y="4261104"/>
            <a:ext cx="137160" cy="137160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022592" y="426110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9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7196328" y="4242816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あづさ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7022592" y="4453128"/>
            <a:ext cx="137160" cy="137160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022592" y="445312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7196328" y="4434840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MIKIKO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7022592" y="4645152"/>
            <a:ext cx="137160" cy="137160"/>
          </a:xfrm>
          <a:prstGeom prst="ellipse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022592" y="46451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7196328" y="4626864"/>
            <a:ext cx="1655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RYOUKO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2026-07-07T11:46:10Z</dcterms:created>
  <dcterms:modified xsi:type="dcterms:W3CDTF">2026-07-07T11:46:10Z</dcterms:modified>
</cp:coreProperties>
</file>