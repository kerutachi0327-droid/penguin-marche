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76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ペンギンマルシェ　会場マップ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74320" y="4206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足立区勤労福祉会館 展示ロビー（94㎡ / 14.9m×6.3m）　2026年7月26日（日）11:00〜17:30　縮尺1:207　2mグリッド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6583680" cy="2783704"/>
          </a:xfrm>
          <a:prstGeom prst="rect">
            <a:avLst/>
          </a:prstGeom>
          <a:solidFill>
            <a:srgbClr val="E8F2FB"/>
          </a:solidFill>
          <a:ln w="31750">
            <a:solidFill>
              <a:srgbClr val="3D7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55292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039008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922723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806439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90154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573869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457585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1612492"/>
            <a:ext cx="6583680" cy="5486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74320" y="2496208"/>
            <a:ext cx="6583680" cy="5486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3379923"/>
            <a:ext cx="6583680" cy="5486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72206" y="1170800"/>
            <a:ext cx="5846514" cy="1905143"/>
          </a:xfrm>
          <a:prstGeom prst="roundRect">
            <a:avLst>
              <a:gd name="adj" fmla="val 4800"/>
            </a:avLst>
          </a:prstGeom>
          <a:solidFill>
            <a:srgbClr val="C8E4F6">
              <a:alpha val="72000"/>
            </a:srgbClr>
          </a:solidFill>
          <a:ln w="12700">
            <a:solidFill>
              <a:srgbClr val="3D7FC1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72206" y="1170800"/>
            <a:ext cx="5846514" cy="1905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オープンスペース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ステージ・プロジェクター</a:t>
            </a:r>
            <a:endParaRPr lang="en-US" sz="1100" dirty="0"/>
          </a:p>
        </p:txBody>
      </p:sp>
      <p:grpSp>
        <p:nvGrpSpPr>
          <p:cNvPr id="2000" name="ブース1_こうばいや"/>
          <p:cNvGrpSpPr/>
          <p:nvPr/>
        </p:nvGrpSpPr>
        <p:grpSpPr>
          <a:xfrm>
            <a:off x="517342" y="753613"/>
            <a:ext cx="795344" cy="362323"/>
            <a:chOff x="517342" y="753613"/>
            <a:chExt cx="795344" cy="362323"/>
          </a:xfrm>
        </p:grpSpPr>
        <p:sp>
          <p:nvSpPr>
            <p:cNvPr id="18" name="Shape 16"/>
            <p:cNvSpPr/>
            <p:nvPr/>
          </p:nvSpPr>
          <p:spPr>
            <a:xfrm>
              <a:off x="517342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FFF7ED"/>
            </a:solidFill>
            <a:ln w="19050">
              <a:solidFill>
                <a:srgbClr val="EA580C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540202" y="952510"/>
              <a:ext cx="128016" cy="128016"/>
            </a:xfrm>
            <a:prstGeom prst="ellipse">
              <a:avLst/>
            </a:prstGeom>
            <a:solidFill>
              <a:srgbClr val="EA580C"/>
            </a:solidFill>
            <a:ln w="635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540202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1</a:t>
              </a:r>
              <a:endParaRPr lang="en-US" sz="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81934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こうばいや</a:t>
              </a:r>
              <a:endParaRPr lang="en-US" sz="6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11759" y="753613"/>
              <a:ext cx="141394" cy="141394"/>
            </a:xfrm>
            <a:prstGeom prst="ellipse">
              <a:avLst/>
            </a:prstGeom>
            <a:solidFill>
              <a:srgbClr val="FFF7ED"/>
            </a:solidFill>
            <a:ln w="1524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976874" y="753613"/>
              <a:ext cx="141394" cy="141394"/>
            </a:xfrm>
            <a:prstGeom prst="ellipse">
              <a:avLst/>
            </a:prstGeom>
            <a:solidFill>
              <a:srgbClr val="FFF7ED"/>
            </a:solidFill>
            <a:ln w="1524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1" name="ブース2_きゃさりん"/>
          <p:cNvGrpSpPr/>
          <p:nvPr/>
        </p:nvGrpSpPr>
        <p:grpSpPr>
          <a:xfrm>
            <a:off x="1356871" y="753613"/>
            <a:ext cx="795344" cy="362323"/>
            <a:chOff x="1356871" y="753613"/>
            <a:chExt cx="795344" cy="362323"/>
          </a:xfrm>
        </p:grpSpPr>
        <p:sp>
          <p:nvSpPr>
            <p:cNvPr id="24" name="Shape 22"/>
            <p:cNvSpPr/>
            <p:nvPr/>
          </p:nvSpPr>
          <p:spPr>
            <a:xfrm>
              <a:off x="1356871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BEAFE"/>
            </a:solidFill>
            <a:ln w="19050">
              <a:solidFill>
                <a:srgbClr val="2563EB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1379731" y="952510"/>
              <a:ext cx="128016" cy="128016"/>
            </a:xfrm>
            <a:prstGeom prst="ellipse">
              <a:avLst/>
            </a:prstGeom>
            <a:solidFill>
              <a:srgbClr val="2563EB"/>
            </a:solidFill>
            <a:ln w="635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379731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2</a:t>
              </a:r>
              <a:endParaRPr lang="en-US" sz="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521463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きゃさりん</a:t>
              </a:r>
              <a:endParaRPr lang="en-US" sz="6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551289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1816403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2" name="ブース3_手塚美登里"/>
          <p:cNvGrpSpPr/>
          <p:nvPr/>
        </p:nvGrpSpPr>
        <p:grpSpPr>
          <a:xfrm>
            <a:off x="2196401" y="753613"/>
            <a:ext cx="795344" cy="362323"/>
            <a:chOff x="2196401" y="753613"/>
            <a:chExt cx="795344" cy="362323"/>
          </a:xfrm>
        </p:grpSpPr>
        <p:sp>
          <p:nvSpPr>
            <p:cNvPr id="30" name="Shape 28"/>
            <p:cNvSpPr/>
            <p:nvPr/>
          </p:nvSpPr>
          <p:spPr>
            <a:xfrm>
              <a:off x="2196401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BEAFE"/>
            </a:solidFill>
            <a:ln w="19050">
              <a:solidFill>
                <a:srgbClr val="2563EB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2219261" y="952510"/>
              <a:ext cx="128016" cy="128016"/>
            </a:xfrm>
            <a:prstGeom prst="ellipse">
              <a:avLst/>
            </a:prstGeom>
            <a:solidFill>
              <a:srgbClr val="2563EB"/>
            </a:solidFill>
            <a:ln w="635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2219261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3</a:t>
              </a:r>
              <a:endParaRPr lang="en-US" sz="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2360993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手塚美登里</a:t>
              </a:r>
              <a:endParaRPr lang="en-US" sz="6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390818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2655933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3" name="ブース4_丸岡由貴子"/>
          <p:cNvGrpSpPr/>
          <p:nvPr/>
        </p:nvGrpSpPr>
        <p:grpSpPr>
          <a:xfrm>
            <a:off x="3035931" y="753613"/>
            <a:ext cx="795344" cy="362323"/>
            <a:chOff x="3035931" y="753613"/>
            <a:chExt cx="795344" cy="362323"/>
          </a:xfrm>
        </p:grpSpPr>
        <p:sp>
          <p:nvSpPr>
            <p:cNvPr id="36" name="Shape 34"/>
            <p:cNvSpPr/>
            <p:nvPr/>
          </p:nvSpPr>
          <p:spPr>
            <a:xfrm>
              <a:off x="3035931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BEAFE"/>
            </a:solidFill>
            <a:ln w="19050">
              <a:solidFill>
                <a:srgbClr val="2563EB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3058791" y="952510"/>
              <a:ext cx="128016" cy="128016"/>
            </a:xfrm>
            <a:prstGeom prst="ellipse">
              <a:avLst/>
            </a:prstGeom>
            <a:solidFill>
              <a:srgbClr val="2563EB"/>
            </a:solidFill>
            <a:ln w="635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3058791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4</a:t>
              </a:r>
              <a:endParaRPr lang="en-US" sz="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3200523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丸岡由貴子</a:t>
              </a:r>
              <a:endParaRPr lang="en-US" sz="6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230348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495463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4" name="ブース5_田邊由美子"/>
          <p:cNvGrpSpPr/>
          <p:nvPr/>
        </p:nvGrpSpPr>
        <p:grpSpPr>
          <a:xfrm>
            <a:off x="3875460" y="753613"/>
            <a:ext cx="795344" cy="362323"/>
            <a:chOff x="3875460" y="753613"/>
            <a:chExt cx="795344" cy="362323"/>
          </a:xfrm>
        </p:grpSpPr>
        <p:sp>
          <p:nvSpPr>
            <p:cNvPr id="42" name="Shape 40"/>
            <p:cNvSpPr/>
            <p:nvPr/>
          </p:nvSpPr>
          <p:spPr>
            <a:xfrm>
              <a:off x="3875460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3898320" y="952510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3898320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5</a:t>
              </a:r>
              <a:endParaRPr lang="en-US" sz="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040052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田邊由美子</a:t>
              </a:r>
              <a:endParaRPr lang="en-US" sz="6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069878" y="753613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4334992" y="753613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5" name="ブース11_RYOUKO"/>
          <p:cNvGrpSpPr/>
          <p:nvPr/>
        </p:nvGrpSpPr>
        <p:grpSpPr>
          <a:xfrm>
            <a:off x="4714990" y="753613"/>
            <a:ext cx="795344" cy="362323"/>
            <a:chOff x="4714990" y="753613"/>
            <a:chExt cx="795344" cy="362323"/>
          </a:xfrm>
        </p:grpSpPr>
        <p:sp>
          <p:nvSpPr>
            <p:cNvPr id="48" name="Shape 46"/>
            <p:cNvSpPr/>
            <p:nvPr/>
          </p:nvSpPr>
          <p:spPr>
            <a:xfrm>
              <a:off x="4714990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4737850" y="952510"/>
              <a:ext cx="128016" cy="128016"/>
            </a:xfrm>
            <a:prstGeom prst="ellipse">
              <a:avLst/>
            </a:prstGeom>
            <a:solidFill>
              <a:srgbClr val="7C3AED"/>
            </a:solidFill>
            <a:ln w="63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4737850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11</a:t>
              </a:r>
              <a:endParaRPr lang="en-US" sz="6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4879582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RYOUKO</a:t>
              </a:r>
              <a:endParaRPr lang="en-US" sz="65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909407" y="753613"/>
              <a:ext cx="141394" cy="141394"/>
            </a:xfrm>
            <a:prstGeom prst="ellipse">
              <a:avLst/>
            </a:prstGeom>
            <a:solidFill>
              <a:srgbClr val="F3E8FF"/>
            </a:solidFill>
            <a:ln w="1524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5174522" y="753613"/>
              <a:ext cx="141394" cy="141394"/>
            </a:xfrm>
            <a:prstGeom prst="ellipse">
              <a:avLst/>
            </a:prstGeom>
            <a:solidFill>
              <a:srgbClr val="F3E8FF"/>
            </a:solidFill>
            <a:ln w="1524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6" name="ブース6_三輪晃代"/>
          <p:cNvGrpSpPr/>
          <p:nvPr/>
        </p:nvGrpSpPr>
        <p:grpSpPr>
          <a:xfrm>
            <a:off x="6473584" y="1115936"/>
            <a:ext cx="362323" cy="795344"/>
            <a:chOff x="6473584" y="1115936"/>
            <a:chExt cx="362323" cy="795344"/>
          </a:xfrm>
        </p:grpSpPr>
        <p:sp>
          <p:nvSpPr>
            <p:cNvPr id="54" name="Shape 52"/>
            <p:cNvSpPr/>
            <p:nvPr/>
          </p:nvSpPr>
          <p:spPr>
            <a:xfrm>
              <a:off x="6473584" y="1115936"/>
              <a:ext cx="198836" cy="795344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5" name="Shape 53"/>
            <p:cNvSpPr/>
            <p:nvPr/>
          </p:nvSpPr>
          <p:spPr>
            <a:xfrm>
              <a:off x="6496444" y="1449600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Text 54"/>
            <p:cNvSpPr/>
            <p:nvPr/>
          </p:nvSpPr>
          <p:spPr>
            <a:xfrm>
              <a:off x="6496444" y="144960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6</a:t>
              </a:r>
              <a:endParaRPr lang="en-US" sz="6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6482728" y="1289672"/>
              <a:ext cx="180548" cy="603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5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三輪晃代</a:t>
              </a:r>
              <a:endParaRPr lang="en-US" sz="5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694513" y="1310354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6694513" y="1575468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7" name="ブース7_chieko"/>
          <p:cNvGrpSpPr/>
          <p:nvPr/>
        </p:nvGrpSpPr>
        <p:grpSpPr>
          <a:xfrm>
            <a:off x="6473584" y="1911280"/>
            <a:ext cx="362323" cy="795344"/>
            <a:chOff x="6473584" y="1911280"/>
            <a:chExt cx="362323" cy="795344"/>
          </a:xfrm>
        </p:grpSpPr>
        <p:sp>
          <p:nvSpPr>
            <p:cNvPr id="60" name="Shape 58"/>
            <p:cNvSpPr/>
            <p:nvPr/>
          </p:nvSpPr>
          <p:spPr>
            <a:xfrm>
              <a:off x="6473584" y="1911280"/>
              <a:ext cx="198836" cy="795344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6496444" y="2244944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6496444" y="2244944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7</a:t>
              </a:r>
              <a:endParaRPr lang="en-US" sz="6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6482728" y="2085016"/>
              <a:ext cx="180548" cy="603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5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chieko</a:t>
              </a:r>
              <a:endParaRPr lang="en-US" sz="55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6694513" y="2105698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5" name="Shape 63"/>
            <p:cNvSpPr/>
            <p:nvPr/>
          </p:nvSpPr>
          <p:spPr>
            <a:xfrm>
              <a:off x="6694513" y="2370812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8" name="ブース8_ミル"/>
          <p:cNvGrpSpPr/>
          <p:nvPr/>
        </p:nvGrpSpPr>
        <p:grpSpPr>
          <a:xfrm>
            <a:off x="6473584" y="2706624"/>
            <a:ext cx="362323" cy="795344"/>
            <a:chOff x="6473584" y="2706624"/>
            <a:chExt cx="362323" cy="795344"/>
          </a:xfrm>
        </p:grpSpPr>
        <p:sp>
          <p:nvSpPr>
            <p:cNvPr id="66" name="Shape 64"/>
            <p:cNvSpPr/>
            <p:nvPr/>
          </p:nvSpPr>
          <p:spPr>
            <a:xfrm>
              <a:off x="6473584" y="2706624"/>
              <a:ext cx="198836" cy="795344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6496444" y="3040288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Text 66"/>
            <p:cNvSpPr/>
            <p:nvPr/>
          </p:nvSpPr>
          <p:spPr>
            <a:xfrm>
              <a:off x="6496444" y="3040288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8</a:t>
              </a:r>
              <a:endParaRPr lang="en-US" sz="6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6482728" y="2880360"/>
              <a:ext cx="180548" cy="603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5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ミル</a:t>
              </a:r>
              <a:endParaRPr lang="en-US" sz="55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6694513" y="2901041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" name="Shape 69"/>
            <p:cNvSpPr/>
            <p:nvPr/>
          </p:nvSpPr>
          <p:spPr>
            <a:xfrm>
              <a:off x="6694513" y="3166156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09" name="ブース9_あづさ"/>
          <p:cNvGrpSpPr/>
          <p:nvPr/>
        </p:nvGrpSpPr>
        <p:grpSpPr>
          <a:xfrm>
            <a:off x="5634054" y="3130807"/>
            <a:ext cx="795344" cy="362323"/>
            <a:chOff x="5634054" y="3130807"/>
            <a:chExt cx="795344" cy="362323"/>
          </a:xfrm>
        </p:grpSpPr>
        <p:sp>
          <p:nvSpPr>
            <p:cNvPr id="72" name="Shape 70"/>
            <p:cNvSpPr/>
            <p:nvPr/>
          </p:nvSpPr>
          <p:spPr>
            <a:xfrm>
              <a:off x="5634054" y="3130807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CFCE7"/>
            </a:solidFill>
            <a:ln w="19050">
              <a:solidFill>
                <a:srgbClr val="16A34A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3" name="Shape 71"/>
            <p:cNvSpPr/>
            <p:nvPr/>
          </p:nvSpPr>
          <p:spPr>
            <a:xfrm>
              <a:off x="5656914" y="3166217"/>
              <a:ext cx="128016" cy="128016"/>
            </a:xfrm>
            <a:prstGeom prst="ellipse">
              <a:avLst/>
            </a:prstGeom>
            <a:solidFill>
              <a:srgbClr val="16A34A"/>
            </a:solidFill>
            <a:ln w="635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4" name="Text 72"/>
            <p:cNvSpPr/>
            <p:nvPr/>
          </p:nvSpPr>
          <p:spPr>
            <a:xfrm>
              <a:off x="5656914" y="3166217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9</a:t>
              </a:r>
              <a:endParaRPr lang="en-US" sz="6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5798646" y="3149095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あづさ</a:t>
              </a:r>
              <a:endParaRPr lang="en-US" sz="6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5828472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7" name="Shape 75"/>
            <p:cNvSpPr/>
            <p:nvPr/>
          </p:nvSpPr>
          <p:spPr>
            <a:xfrm>
              <a:off x="6093586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10" name="ブース10_MIKIKO"/>
          <p:cNvGrpSpPr/>
          <p:nvPr/>
        </p:nvGrpSpPr>
        <p:grpSpPr>
          <a:xfrm>
            <a:off x="4794524" y="3130807"/>
            <a:ext cx="795344" cy="362323"/>
            <a:chOff x="4794524" y="3130807"/>
            <a:chExt cx="795344" cy="362323"/>
          </a:xfrm>
        </p:grpSpPr>
        <p:sp>
          <p:nvSpPr>
            <p:cNvPr id="78" name="Shape 76"/>
            <p:cNvSpPr/>
            <p:nvPr/>
          </p:nvSpPr>
          <p:spPr>
            <a:xfrm>
              <a:off x="4794524" y="3130807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CFCE7"/>
            </a:solidFill>
            <a:ln w="19050">
              <a:solidFill>
                <a:srgbClr val="16A34A"/>
              </a:solidFill>
              <a:prstDash val="solid"/>
            </a:ln>
            <a:effectLst>
              <a:outerShdw blurRad="381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4817384" y="3166217"/>
              <a:ext cx="128016" cy="128016"/>
            </a:xfrm>
            <a:prstGeom prst="ellipse">
              <a:avLst/>
            </a:prstGeom>
            <a:solidFill>
              <a:srgbClr val="16A34A"/>
            </a:solidFill>
            <a:ln w="635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0" name="Text 78"/>
            <p:cNvSpPr/>
            <p:nvPr/>
          </p:nvSpPr>
          <p:spPr>
            <a:xfrm>
              <a:off x="4817384" y="3166217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10</a:t>
              </a:r>
              <a:endParaRPr lang="en-US" sz="6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4959116" y="3149095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MIKIKO</a:t>
              </a:r>
              <a:endParaRPr lang="en-US" sz="65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4988942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Shape 81"/>
            <p:cNvSpPr/>
            <p:nvPr/>
          </p:nvSpPr>
          <p:spPr>
            <a:xfrm>
              <a:off x="5254056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900" name="受付"/>
          <p:cNvGrpSpPr/>
          <p:nvPr/>
        </p:nvGrpSpPr>
        <p:grpSpPr>
          <a:xfrm>
            <a:off x="274320" y="1115936"/>
            <a:ext cx="198836" cy="397672"/>
            <a:chOff x="274320" y="1115936"/>
            <a:chExt cx="198836" cy="397672"/>
          </a:xfrm>
        </p:grpSpPr>
        <p:sp>
          <p:nvSpPr>
            <p:cNvPr id="84" name="Shape 82"/>
            <p:cNvSpPr/>
            <p:nvPr/>
          </p:nvSpPr>
          <p:spPr>
            <a:xfrm>
              <a:off x="274320" y="1115936"/>
              <a:ext cx="198836" cy="397672"/>
            </a:xfrm>
            <a:prstGeom prst="roundRect">
              <a:avLst>
                <a:gd name="adj" fmla="val 13796"/>
              </a:avLst>
            </a:prstGeom>
            <a:solidFill>
              <a:srgbClr val="F0F0F0"/>
            </a:solidFill>
            <a:ln w="190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5" name="Text 83"/>
            <p:cNvSpPr/>
            <p:nvPr/>
          </p:nvSpPr>
          <p:spPr>
            <a:xfrm>
              <a:off x="274320" y="1115936"/>
              <a:ext cx="198836" cy="397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受</a:t>
              </a:r>
              <a:endParaRPr lang="en-US" sz="650" dirty="0"/>
            </a:p>
            <a:p>
              <a:pPr marL="0" indent="0" algn="ctr">
                <a:buNone/>
              </a:pPr>
              <a:r>
                <a:rPr lang="en-US" sz="650" b="1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付</a:t>
              </a:r>
              <a:endParaRPr lang="en-US" sz="650" dirty="0"/>
            </a:p>
          </p:txBody>
        </p:sp>
      </p:grpSp>
      <p:grpSp>
        <p:nvGrpSpPr>
          <p:cNvPr id="136" name="グループ化 135">
            <a:extLst>
              <a:ext uri="{FF2B5EF4-FFF2-40B4-BE49-F238E27FC236}">
                <a16:creationId xmlns:a16="http://schemas.microsoft.com/office/drawing/2014/main" id="{0FBB3692-D661-F492-FF51-5DB87803EF5A}"/>
              </a:ext>
            </a:extLst>
          </p:cNvPr>
          <p:cNvGrpSpPr/>
          <p:nvPr/>
        </p:nvGrpSpPr>
        <p:grpSpPr>
          <a:xfrm>
            <a:off x="490677" y="3485963"/>
            <a:ext cx="2969591" cy="358445"/>
            <a:chOff x="490677" y="3485963"/>
            <a:chExt cx="2969591" cy="358445"/>
          </a:xfrm>
        </p:grpSpPr>
        <p:sp>
          <p:nvSpPr>
            <p:cNvPr id="5" name="Shape 3"/>
            <p:cNvSpPr/>
            <p:nvPr/>
          </p:nvSpPr>
          <p:spPr>
            <a:xfrm>
              <a:off x="495249" y="3485963"/>
              <a:ext cx="2960447" cy="58522"/>
            </a:xfrm>
            <a:prstGeom prst="rect">
              <a:avLst/>
            </a:prstGeom>
            <a:solidFill>
              <a:srgbClr val="F8FBFF"/>
            </a:solidFill>
            <a:ln w="6350">
              <a:solidFill>
                <a:srgbClr val="F8FBFF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3000" name="入口"/>
            <p:cNvGrpSpPr/>
            <p:nvPr/>
          </p:nvGrpSpPr>
          <p:grpSpPr>
            <a:xfrm>
              <a:off x="490677" y="3515224"/>
              <a:ext cx="2969591" cy="329184"/>
              <a:chOff x="490677" y="3515224"/>
              <a:chExt cx="2969591" cy="329184"/>
            </a:xfrm>
          </p:grpSpPr>
          <p:sp>
            <p:nvSpPr>
              <p:cNvPr id="86" name="Shape 84"/>
              <p:cNvSpPr/>
              <p:nvPr/>
            </p:nvSpPr>
            <p:spPr>
              <a:xfrm>
                <a:off x="490677" y="3515224"/>
                <a:ext cx="9144" cy="91440"/>
              </a:xfrm>
              <a:prstGeom prst="rect">
                <a:avLst/>
              </a:prstGeom>
              <a:solidFill>
                <a:srgbClr val="F4A94E"/>
              </a:solidFill>
              <a:ln w="6350">
                <a:solidFill>
                  <a:srgbClr val="F4A94E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7" name="Shape 85"/>
              <p:cNvSpPr/>
              <p:nvPr/>
            </p:nvSpPr>
            <p:spPr>
              <a:xfrm>
                <a:off x="3451124" y="3515224"/>
                <a:ext cx="9144" cy="91440"/>
              </a:xfrm>
              <a:prstGeom prst="rect">
                <a:avLst/>
              </a:prstGeom>
              <a:solidFill>
                <a:srgbClr val="F4A94E"/>
              </a:solidFill>
              <a:ln w="6350">
                <a:solidFill>
                  <a:srgbClr val="F4A94E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8" name="Shape 86"/>
              <p:cNvSpPr/>
              <p:nvPr/>
            </p:nvSpPr>
            <p:spPr>
              <a:xfrm>
                <a:off x="495249" y="3602092"/>
                <a:ext cx="2960447" cy="7315"/>
              </a:xfrm>
              <a:prstGeom prst="rect">
                <a:avLst/>
              </a:prstGeom>
              <a:solidFill>
                <a:srgbClr val="F4A94E"/>
              </a:solidFill>
              <a:ln w="6350">
                <a:solidFill>
                  <a:srgbClr val="F4A94E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9" name="Text 87"/>
              <p:cNvSpPr/>
              <p:nvPr/>
            </p:nvSpPr>
            <p:spPr>
              <a:xfrm>
                <a:off x="1335392" y="3606664"/>
                <a:ext cx="12801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4A94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▼ 入口（6.7m）</a:t>
                </a:r>
                <a:endParaRPr lang="en-US" sz="1100" dirty="0"/>
              </a:p>
            </p:txBody>
          </p:sp>
        </p:grpSp>
      </p:grpSp>
      <p:sp>
        <p:nvSpPr>
          <p:cNvPr id="90" name="Text 88"/>
          <p:cNvSpPr/>
          <p:nvPr/>
        </p:nvSpPr>
        <p:spPr>
          <a:xfrm>
            <a:off x="274320" y="388098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縮尺1:207（1"≈207cm）　2mグリッド　机：180cm×45cm　入口：左50cm壁＋670cm開口＋右770cm壁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022592" y="731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022592" y="101498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7022592" y="1014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Handmade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022592" y="128930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Text 93"/>
          <p:cNvSpPr/>
          <p:nvPr/>
        </p:nvSpPr>
        <p:spPr>
          <a:xfrm>
            <a:off x="7022592" y="12893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022592" y="156362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Text 95"/>
          <p:cNvSpPr/>
          <p:nvPr/>
        </p:nvSpPr>
        <p:spPr>
          <a:xfrm>
            <a:off x="7022592" y="1563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022592" y="183794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Text 97"/>
          <p:cNvSpPr/>
          <p:nvPr/>
        </p:nvSpPr>
        <p:spPr>
          <a:xfrm>
            <a:off x="7022592" y="1837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022592" y="211226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Text 99"/>
          <p:cNvSpPr/>
          <p:nvPr/>
        </p:nvSpPr>
        <p:spPr>
          <a:xfrm>
            <a:off x="7022592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物販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022592" y="2423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出店者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22592" y="2724912"/>
            <a:ext cx="137160" cy="137160"/>
          </a:xfrm>
          <a:prstGeom prst="ellipse">
            <a:avLst/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4" name="Text 102"/>
          <p:cNvSpPr/>
          <p:nvPr/>
        </p:nvSpPr>
        <p:spPr>
          <a:xfrm>
            <a:off x="7022592" y="27249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7196328" y="2706624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こうばいや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022592" y="2916936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Text 105"/>
          <p:cNvSpPr/>
          <p:nvPr/>
        </p:nvSpPr>
        <p:spPr>
          <a:xfrm>
            <a:off x="7022592" y="29169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7196328" y="2898648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きゃさりん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022592" y="3108960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0" name="Text 108"/>
          <p:cNvSpPr/>
          <p:nvPr/>
        </p:nvSpPr>
        <p:spPr>
          <a:xfrm>
            <a:off x="7022592" y="31089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7196328" y="3090672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手塚美登里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7022592" y="3300984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3" name="Text 111"/>
          <p:cNvSpPr/>
          <p:nvPr/>
        </p:nvSpPr>
        <p:spPr>
          <a:xfrm>
            <a:off x="7022592" y="3300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7196328" y="3282696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丸岡由貴子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022592" y="3493008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6" name="Text 114"/>
          <p:cNvSpPr/>
          <p:nvPr/>
        </p:nvSpPr>
        <p:spPr>
          <a:xfrm>
            <a:off x="7022592" y="349300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7196328" y="3474720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田邊由美子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7022592" y="3685032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9" name="Text 117"/>
          <p:cNvSpPr/>
          <p:nvPr/>
        </p:nvSpPr>
        <p:spPr>
          <a:xfrm>
            <a:off x="7022592" y="36850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7196328" y="3666744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三輪晃代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022592" y="3877056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2" name="Text 120"/>
          <p:cNvSpPr/>
          <p:nvPr/>
        </p:nvSpPr>
        <p:spPr>
          <a:xfrm>
            <a:off x="7022592" y="38770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7196328" y="3858768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chieko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022592" y="4069080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5" name="Text 123"/>
          <p:cNvSpPr/>
          <p:nvPr/>
        </p:nvSpPr>
        <p:spPr>
          <a:xfrm>
            <a:off x="7022592" y="406908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8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196328" y="4050792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ミル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022592" y="4261104"/>
            <a:ext cx="137160" cy="137160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8" name="Text 126"/>
          <p:cNvSpPr/>
          <p:nvPr/>
        </p:nvSpPr>
        <p:spPr>
          <a:xfrm>
            <a:off x="7022592" y="42611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9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7196328" y="4242816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あづさ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7022592" y="4453128"/>
            <a:ext cx="137160" cy="137160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1" name="Text 129"/>
          <p:cNvSpPr/>
          <p:nvPr/>
        </p:nvSpPr>
        <p:spPr>
          <a:xfrm>
            <a:off x="7022592" y="445312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7196328" y="4434840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MIKIKO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7022592" y="4645152"/>
            <a:ext cx="137160" cy="13716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Text 132"/>
          <p:cNvSpPr/>
          <p:nvPr/>
        </p:nvSpPr>
        <p:spPr>
          <a:xfrm>
            <a:off x="7022592" y="46451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7196328" y="4626864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RYOUKO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122</Words>
  <Application>Microsoft Macintosh PowerPoint</Application>
  <PresentationFormat>画面に合わせる (16:9)</PresentationFormat>
  <Paragraphs>60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健二 小野</cp:lastModifiedBy>
  <cp:revision>3</cp:revision>
  <dcterms:created xsi:type="dcterms:W3CDTF">2026-07-07T11:46:10Z</dcterms:created>
  <dcterms:modified xsi:type="dcterms:W3CDTF">2026-07-07T14:12:50Z</dcterms:modified>
</cp:coreProperties>
</file>